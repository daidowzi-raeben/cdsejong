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6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1187A-52D5-BE5D-B14E-5E989ADFD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5B7F64-E080-DF24-5586-AC5C31B08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11908-A0AC-C033-33EB-0DFFE470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50BD7-F6B0-6667-DBBF-2A15E94B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88E62-7631-7A0C-497A-2624B3E8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73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3A5D0-016A-ED84-6D3A-D4E4E6F9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5E813-39B0-5117-0292-394444174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B2288A-5899-0889-C01D-D79DBEFA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29567-C220-4B19-F0D2-C614C1FF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C4E2C9-1B71-671E-35F4-F3EF019F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46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CB8F7-716A-BE3D-EDCF-BE7C71DD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779C41-E7BB-DE04-199A-D298337A8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77F64-E1FC-AFFA-43FF-0222371A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182AC-B969-935B-3F74-67EA98EA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606756-773C-4762-5C76-E61A6C64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4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2E5BB-1038-68FB-2C91-F9BA5F92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BA9F5-E2B3-A878-88BE-F75497128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C6D51A-94F3-5703-9ED2-01EF3A79A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2617FB-66D6-7EEC-D976-FE23EF93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1C1BB2-4DE8-AA69-482E-0DA10E1F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B208BE-596F-4F62-FCB1-124AD05F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7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0F7B4-96C8-AD33-64CC-55B5240A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6B1455-F22E-1669-D050-717E333DA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99E78F-B75B-BF68-7634-BB55651CE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AAF74E-5CA3-020B-613D-FD6E539E9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86E987-991C-C22C-D5F9-B01AF2A8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9188A0-C118-DF3E-5E01-D936259B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04CAD3-065A-AE46-5D61-15A2F97B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3E5EA8-515C-824F-F191-E2F277C8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65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079A-0C23-5812-245C-3B030396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1016FF-63BB-1828-F6BC-D22DA8DE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DE6267-F04D-7509-A227-623889C3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815053-5CB3-B348-28B3-2E777531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41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142863-A7B0-4982-7D61-EFD3735C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36452F-A24F-B365-B828-9FA2E9164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8D999A-6BC0-B715-C56E-766825BF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46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35F3D-47BB-7C23-B480-71165F0E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906ABB-FE42-E7CE-3EE4-74672B1F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160485-EEE5-0EED-E9CB-5E41FFBC7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03D7E3-C27B-01D3-A156-BC205F4D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A1D4B3-7C09-D008-D967-7BF1C561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5D0CDA-FDCD-7968-1D3B-B545A8E1D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2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2E19-73F0-5326-B4B7-D773F459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AC587A-B3E4-1121-55F4-1F6C7C357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242DA3-80BF-2367-AE1F-BCB895514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149C0F-2316-5E2C-579D-015A0A70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DC3DAD-1F2F-1BF6-5E6F-ECF08AE1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BA42BA-A9D0-B9EC-7655-84FFE3D7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33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CDAB5-80B9-0CF6-A2A9-A2215587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663F46-35DA-0F42-5314-479ECD63F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73A02-3410-200A-0073-85E0E3FD3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F3CFBF-320A-56F4-D53B-A1E2F290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65C0AA-588D-E87E-1CB8-6A8DFE7A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09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A161AF-A381-3D12-F063-B19371C77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635706-1ED6-3A82-8936-32B73D075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C38E3C-143D-99E8-8948-A5DE4CDB8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2A99A-F443-417C-052F-5405E31E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93E97-6187-1734-69F7-21B77C3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09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D57A3A-872F-97FC-C118-A9CBD8BD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AA7AE9-98F4-501D-E2BC-9133837A8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41D08A-9C03-281B-12E9-C778AC9A1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CE88B-713E-40A8-8103-9FE64B742378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A85366-31A1-2F6C-B48F-B66DE744C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B63E4-3B9D-EF1A-87C9-A001B21C7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43CF5-A0CE-4D06-A159-FF8D50E06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57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EA820A7-E28E-5C56-6F96-BAEC3CB5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40" y="1828546"/>
            <a:ext cx="5915851" cy="676369"/>
          </a:xfrm>
          <a:prstGeom prst="rect">
            <a:avLst/>
          </a:prstGeom>
        </p:spPr>
      </p:pic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027CAD09-8B1C-2C3E-39D4-75E137DD0EFB}"/>
              </a:ext>
            </a:extLst>
          </p:cNvPr>
          <p:cNvSpPr/>
          <p:nvPr/>
        </p:nvSpPr>
        <p:spPr>
          <a:xfrm>
            <a:off x="3051313" y="377687"/>
            <a:ext cx="3528392" cy="1272209"/>
          </a:xfrm>
          <a:prstGeom prst="wedgeRoundRectCallout">
            <a:avLst>
              <a:gd name="adj1" fmla="val -32946"/>
              <a:gd name="adj2" fmla="val 8593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커스텀 컨트롤 슬라이드바 </a:t>
            </a:r>
            <a:endParaRPr lang="en-US" altLang="ko-KR" b="1" dirty="0">
              <a:solidFill>
                <a:srgbClr val="FF0000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마우스 클릭하면 임의로 해장 위치로 당겨지는데 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제어 안되게 요청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3EE897-543C-FE35-351F-83C79323FB0C}"/>
              </a:ext>
            </a:extLst>
          </p:cNvPr>
          <p:cNvSpPr txBox="1"/>
          <p:nvPr/>
        </p:nvSpPr>
        <p:spPr>
          <a:xfrm>
            <a:off x="563840" y="2826711"/>
            <a:ext cx="1090819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파일명</a:t>
            </a:r>
          </a:p>
          <a:p>
            <a:r>
              <a:rPr lang="ko-KR" altLang="ko-KR" sz="1200" dirty="0" err="1"/>
              <a:t>css</a:t>
            </a:r>
            <a:r>
              <a:rPr lang="ko-KR" altLang="ko-KR" sz="1200" dirty="0"/>
              <a:t>/jplayer.css</a:t>
            </a:r>
          </a:p>
          <a:p>
            <a:r>
              <a:rPr lang="ko-KR" altLang="ko-KR" sz="1200" dirty="0"/>
              <a:t>수정 위치</a:t>
            </a:r>
          </a:p>
          <a:p>
            <a:r>
              <a:rPr lang="ko-KR" altLang="ko-KR" sz="1200" dirty="0"/>
              <a:t>약 </a:t>
            </a:r>
            <a:r>
              <a:rPr lang="ko-KR" altLang="ko-KR" sz="1200" b="1" dirty="0"/>
              <a:t>47~48행</a:t>
            </a:r>
            <a:r>
              <a:rPr lang="ko-KR" altLang="ko-KR" sz="1200" dirty="0"/>
              <a:t> — .</a:t>
            </a:r>
            <a:r>
              <a:rPr lang="ko-KR" altLang="ko-KR" sz="1200" dirty="0" err="1"/>
              <a:t>jp-progress</a:t>
            </a:r>
            <a:r>
              <a:rPr lang="ko-KR" altLang="ko-KR" sz="1200" dirty="0"/>
              <a:t>, .</a:t>
            </a:r>
            <a:r>
              <a:rPr lang="ko-KR" altLang="ko-KR" sz="1200" dirty="0" err="1"/>
              <a:t>jp-seek-bar</a:t>
            </a:r>
            <a:r>
              <a:rPr lang="ko-KR" altLang="ko-KR" sz="1200" dirty="0"/>
              <a:t> 스타일 부분</a:t>
            </a:r>
          </a:p>
          <a:p>
            <a:r>
              <a:rPr lang="ko-KR" altLang="ko-KR" sz="1200" dirty="0"/>
              <a:t>현재 코드:</a:t>
            </a:r>
          </a:p>
          <a:p>
            <a:r>
              <a:rPr lang="ko-KR" altLang="ko-KR" sz="1200" dirty="0"/>
              <a:t>.</a:t>
            </a:r>
            <a:r>
              <a:rPr lang="ko-KR" altLang="ko-KR" sz="1200" dirty="0" err="1"/>
              <a:t>jp-progress</a:t>
            </a:r>
            <a:r>
              <a:rPr lang="ko-KR" altLang="ko-KR" sz="1200" dirty="0"/>
              <a:t> {</a:t>
            </a:r>
            <a:r>
              <a:rPr lang="ko-KR" altLang="ko-KR" sz="1200" dirty="0" err="1"/>
              <a:t>position:absolute</a:t>
            </a:r>
            <a:r>
              <a:rPr lang="ko-KR" altLang="ko-KR" sz="1200" dirty="0"/>
              <a:t>; top:18px; left:380px; width:300px; z-index:90;}</a:t>
            </a:r>
          </a:p>
          <a:p>
            <a:r>
              <a:rPr lang="ko-KR" altLang="ko-KR" sz="1200" dirty="0"/>
              <a:t>.</a:t>
            </a:r>
            <a:r>
              <a:rPr lang="ko-KR" altLang="ko-KR" sz="1200" dirty="0" err="1"/>
              <a:t>jp-seek-bar</a:t>
            </a:r>
            <a:r>
              <a:rPr lang="ko-KR" altLang="ko-KR" sz="1200" dirty="0"/>
              <a:t> {</a:t>
            </a:r>
            <a:r>
              <a:rPr lang="ko-KR" altLang="ko-KR" sz="1200" dirty="0" err="1"/>
              <a:t>position:absolute</a:t>
            </a:r>
            <a:r>
              <a:rPr lang="ko-KR" altLang="ko-KR" sz="1200" dirty="0"/>
              <a:t>; top:0; left:0px; width:100%; height:3px; </a:t>
            </a:r>
            <a:r>
              <a:rPr lang="ko-KR" altLang="ko-KR" sz="1200" dirty="0" err="1"/>
              <a:t>background</a:t>
            </a:r>
            <a:r>
              <a:rPr lang="ko-KR" altLang="ko-KR" sz="1200" dirty="0"/>
              <a:t>:#</a:t>
            </a:r>
            <a:r>
              <a:rPr lang="ko-KR" altLang="ko-KR" sz="1200" dirty="0" err="1"/>
              <a:t>fff</a:t>
            </a:r>
            <a:r>
              <a:rPr lang="ko-KR" altLang="ko-KR" sz="1200" dirty="0"/>
              <a:t>; </a:t>
            </a:r>
            <a:r>
              <a:rPr lang="ko-KR" altLang="ko-KR" sz="1200" dirty="0" err="1"/>
              <a:t>cursor:pointer</a:t>
            </a:r>
            <a:r>
              <a:rPr lang="ko-KR" altLang="ko-KR" sz="1200" dirty="0"/>
              <a:t>; </a:t>
            </a:r>
            <a:r>
              <a:rPr lang="ko-KR" altLang="ko-KR" sz="1200" dirty="0" err="1"/>
              <a:t>display:block</a:t>
            </a:r>
            <a:r>
              <a:rPr lang="ko-KR" altLang="ko-KR" sz="1200" dirty="0"/>
              <a:t> !</a:t>
            </a:r>
            <a:r>
              <a:rPr lang="ko-KR" altLang="ko-KR" sz="1200" dirty="0" err="1"/>
              <a:t>important</a:t>
            </a:r>
            <a:r>
              <a:rPr lang="ko-KR" altLang="ko-KR" sz="1200" dirty="0"/>
              <a:t>; z-index:1;}</a:t>
            </a:r>
          </a:p>
          <a:p>
            <a:r>
              <a:rPr lang="ko-KR" altLang="ko-KR" sz="1200" dirty="0"/>
              <a:t>수정 내용</a:t>
            </a:r>
          </a:p>
          <a:p>
            <a:r>
              <a:rPr lang="ko-KR" altLang="ko-KR" sz="1200" dirty="0"/>
              <a:t>아래처럼 바꾸면 됩니다.</a:t>
            </a:r>
          </a:p>
          <a:p>
            <a:r>
              <a:rPr lang="ko-KR" altLang="ko-KR" sz="1200" dirty="0"/>
              <a:t>.</a:t>
            </a:r>
            <a:r>
              <a:rPr lang="ko-KR" altLang="ko-KR" sz="1200" dirty="0" err="1"/>
              <a:t>jp-progress</a:t>
            </a:r>
            <a:r>
              <a:rPr lang="ko-KR" altLang="ko-KR" sz="1200" dirty="0"/>
              <a:t> {</a:t>
            </a:r>
            <a:r>
              <a:rPr lang="ko-KR" altLang="ko-KR" sz="1200" dirty="0" err="1"/>
              <a:t>position:absolute</a:t>
            </a:r>
            <a:r>
              <a:rPr lang="ko-KR" altLang="ko-KR" sz="1200" dirty="0"/>
              <a:t>; top:18px; left:380px; width:300px; z-index:90; </a:t>
            </a:r>
            <a:r>
              <a:rPr lang="ko-KR" altLang="ko-KR" sz="1200" dirty="0" err="1"/>
              <a:t>pointer-events:none</a:t>
            </a:r>
            <a:r>
              <a:rPr lang="ko-KR" altLang="ko-KR" sz="1200" dirty="0"/>
              <a:t>;}</a:t>
            </a:r>
          </a:p>
          <a:p>
            <a:r>
              <a:rPr lang="ko-KR" altLang="ko-KR" sz="1200" dirty="0"/>
              <a:t>.</a:t>
            </a:r>
            <a:r>
              <a:rPr lang="ko-KR" altLang="ko-KR" sz="1200" dirty="0" err="1"/>
              <a:t>jp-seek-bar</a:t>
            </a:r>
            <a:r>
              <a:rPr lang="ko-KR" altLang="ko-KR" sz="1200" dirty="0"/>
              <a:t> {</a:t>
            </a:r>
            <a:r>
              <a:rPr lang="ko-KR" altLang="ko-KR" sz="1200" dirty="0" err="1"/>
              <a:t>position:absolute</a:t>
            </a:r>
            <a:r>
              <a:rPr lang="ko-KR" altLang="ko-KR" sz="1200" dirty="0"/>
              <a:t>; top:0; left:0px; width:100%; height:3px; </a:t>
            </a:r>
            <a:r>
              <a:rPr lang="ko-KR" altLang="ko-KR" sz="1200" dirty="0" err="1"/>
              <a:t>background</a:t>
            </a:r>
            <a:r>
              <a:rPr lang="ko-KR" altLang="ko-KR" sz="1200" dirty="0"/>
              <a:t>:#</a:t>
            </a:r>
            <a:r>
              <a:rPr lang="ko-KR" altLang="ko-KR" sz="1200" dirty="0" err="1"/>
              <a:t>fff</a:t>
            </a:r>
            <a:r>
              <a:rPr lang="ko-KR" altLang="ko-KR" sz="1200" dirty="0"/>
              <a:t>; </a:t>
            </a:r>
            <a:r>
              <a:rPr lang="ko-KR" altLang="ko-KR" sz="1200" dirty="0" err="1"/>
              <a:t>cursor:default</a:t>
            </a:r>
            <a:r>
              <a:rPr lang="ko-KR" altLang="ko-KR" sz="1200" dirty="0"/>
              <a:t>; </a:t>
            </a:r>
            <a:r>
              <a:rPr lang="ko-KR" altLang="ko-KR" sz="1200" dirty="0" err="1"/>
              <a:t>display:block</a:t>
            </a:r>
            <a:r>
              <a:rPr lang="ko-KR" altLang="ko-KR" sz="1200" dirty="0"/>
              <a:t> !</a:t>
            </a:r>
            <a:r>
              <a:rPr lang="ko-KR" altLang="ko-KR" sz="1200" dirty="0" err="1"/>
              <a:t>important</a:t>
            </a:r>
            <a:r>
              <a:rPr lang="ko-KR" altLang="ko-KR" sz="1200" dirty="0"/>
              <a:t>; z-index:1;}</a:t>
            </a:r>
          </a:p>
          <a:p>
            <a:r>
              <a:rPr lang="ko-KR" altLang="ko-KR" sz="1200" dirty="0"/>
              <a:t>변경 요점:</a:t>
            </a:r>
          </a:p>
          <a:p>
            <a:pPr lvl="0"/>
            <a:r>
              <a:rPr lang="ko-KR" altLang="ko-KR" sz="1200" dirty="0"/>
              <a:t>.</a:t>
            </a:r>
            <a:r>
              <a:rPr lang="ko-KR" altLang="ko-KR" sz="1200" dirty="0" err="1"/>
              <a:t>jp-progress에</a:t>
            </a:r>
            <a:r>
              <a:rPr lang="ko-KR" altLang="ko-KR" sz="1200" dirty="0"/>
              <a:t> </a:t>
            </a:r>
            <a:r>
              <a:rPr lang="ko-KR" altLang="ko-KR" sz="1200" dirty="0" err="1"/>
              <a:t>pointer-events:none</a:t>
            </a:r>
            <a:r>
              <a:rPr lang="ko-KR" altLang="ko-KR" sz="1200" dirty="0"/>
              <a:t>; 추가 → 클릭/드래그로 </a:t>
            </a:r>
            <a:r>
              <a:rPr lang="ko-KR" altLang="ko-KR" sz="1200" dirty="0" err="1"/>
              <a:t>seek</a:t>
            </a:r>
            <a:r>
              <a:rPr lang="ko-KR" altLang="ko-KR" sz="1200" dirty="0"/>
              <a:t> 불가</a:t>
            </a:r>
          </a:p>
          <a:p>
            <a:pPr lvl="0"/>
            <a:r>
              <a:rPr lang="ko-KR" altLang="ko-KR" sz="1200" dirty="0"/>
              <a:t>.</a:t>
            </a:r>
            <a:r>
              <a:rPr lang="ko-KR" altLang="ko-KR" sz="1200" dirty="0" err="1"/>
              <a:t>jp-seek-bar의</a:t>
            </a:r>
            <a:r>
              <a:rPr lang="ko-KR" altLang="ko-KR" sz="1200" dirty="0"/>
              <a:t> </a:t>
            </a:r>
            <a:r>
              <a:rPr lang="ko-KR" altLang="ko-KR" sz="1200" dirty="0" err="1"/>
              <a:t>cursor:pointer</a:t>
            </a:r>
            <a:r>
              <a:rPr lang="ko-KR" altLang="ko-KR" sz="1200" dirty="0"/>
              <a:t> → </a:t>
            </a:r>
            <a:r>
              <a:rPr lang="ko-KR" altLang="ko-KR" sz="1200" dirty="0" err="1"/>
              <a:t>cursor:default</a:t>
            </a:r>
            <a:r>
              <a:rPr lang="ko-KR" altLang="ko-KR" sz="1200" dirty="0"/>
              <a:t> → 손가락 커서 제거</a:t>
            </a:r>
          </a:p>
          <a:p>
            <a:r>
              <a:rPr lang="ko-KR" altLang="ko-KR" sz="1200" dirty="0"/>
              <a:t>진행 바 </a:t>
            </a:r>
            <a:r>
              <a:rPr lang="ko-KR" altLang="ko-KR" sz="1200" dirty="0" err="1"/>
              <a:t>표시·재생</a:t>
            </a:r>
            <a:r>
              <a:rPr lang="ko-KR" altLang="ko-KR" sz="1200" dirty="0"/>
              <a:t> 진행 표시는 그대로이고, 클릭으로 위치 이동만 막힙니다.</a:t>
            </a:r>
            <a:br>
              <a:rPr lang="ko-KR" altLang="ko-KR" sz="1200" dirty="0"/>
            </a:br>
            <a:r>
              <a:rPr lang="ko-KR" altLang="ko-KR" sz="1200" dirty="0"/>
              <a:t>이 </a:t>
            </a:r>
            <a:r>
              <a:rPr lang="ko-KR" altLang="ko-KR" sz="1200" dirty="0" err="1"/>
              <a:t>CSS는</a:t>
            </a:r>
            <a:r>
              <a:rPr lang="ko-KR" altLang="ko-KR" sz="1200" dirty="0"/>
              <a:t> </a:t>
            </a:r>
            <a:r>
              <a:rPr lang="ko-KR" altLang="ko-KR" sz="1200" dirty="0" err="1"/>
              <a:t>jPlayer를</a:t>
            </a:r>
            <a:r>
              <a:rPr lang="ko-KR" altLang="ko-KR" sz="1200" dirty="0"/>
              <a:t> 쓰는 </a:t>
            </a:r>
            <a:r>
              <a:rPr lang="ko-KR" altLang="ko-KR" sz="1200" b="1" dirty="0"/>
              <a:t>모든 페이지</a:t>
            </a:r>
            <a:r>
              <a:rPr lang="ko-KR" altLang="ko-KR" sz="1200" dirty="0"/>
              <a:t>에 공통 적용됩니다.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1642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229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 mo</dc:creator>
  <cp:lastModifiedBy>mo mo</cp:lastModifiedBy>
  <cp:revision>1</cp:revision>
  <dcterms:created xsi:type="dcterms:W3CDTF">2026-08-01T01:01:51Z</dcterms:created>
  <dcterms:modified xsi:type="dcterms:W3CDTF">2026-08-01T01:22:50Z</dcterms:modified>
</cp:coreProperties>
</file>